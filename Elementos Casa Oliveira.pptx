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6885E-28F7-47CC-8690-1E289CF8DC66}" v="6" dt="2026-06-24T14:10:58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O MARTINS DE OLIVEIRA" userId="717b8f22-68f5-4d48-8402-d7faf4615935" providerId="ADAL" clId="{3B3B9C81-3175-4581-B6CE-29BBE20DDEF4}"/>
    <pc:docChg chg="modSld">
      <pc:chgData name="MARCELO MARTINS DE OLIVEIRA" userId="717b8f22-68f5-4d48-8402-d7faf4615935" providerId="ADAL" clId="{3B3B9C81-3175-4581-B6CE-29BBE20DDEF4}" dt="2026-06-24T14:11:26.520" v="37"/>
      <pc:docMkLst>
        <pc:docMk/>
      </pc:docMkLst>
      <pc:sldChg chg="addSp delSp modSp mod">
        <pc:chgData name="MARCELO MARTINS DE OLIVEIRA" userId="717b8f22-68f5-4d48-8402-d7faf4615935" providerId="ADAL" clId="{3B3B9C81-3175-4581-B6CE-29BBE20DDEF4}" dt="2026-06-24T14:11:26.520" v="37"/>
        <pc:sldMkLst>
          <pc:docMk/>
          <pc:sldMk cId="1583202668" sldId="256"/>
        </pc:sldMkLst>
        <pc:spChg chg="mod">
          <ac:chgData name="MARCELO MARTINS DE OLIVEIRA" userId="717b8f22-68f5-4d48-8402-d7faf4615935" providerId="ADAL" clId="{3B3B9C81-3175-4581-B6CE-29BBE20DDEF4}" dt="2026-06-24T13:47:37.168" v="1" actId="14100"/>
          <ac:spMkLst>
            <pc:docMk/>
            <pc:sldMk cId="1583202668" sldId="256"/>
            <ac:spMk id="4" creationId="{1F9E9120-F0DF-9276-AEC7-67770C075B92}"/>
          </ac:spMkLst>
        </pc:spChg>
        <pc:spChg chg="mod">
          <ac:chgData name="MARCELO MARTINS DE OLIVEIRA" userId="717b8f22-68f5-4d48-8402-d7faf4615935" providerId="ADAL" clId="{3B3B9C81-3175-4581-B6CE-29BBE20DDEF4}" dt="2026-06-24T14:11:13.623" v="33" actId="1076"/>
          <ac:spMkLst>
            <pc:docMk/>
            <pc:sldMk cId="1583202668" sldId="256"/>
            <ac:spMk id="8" creationId="{15E32B85-35F8-2104-7062-6FB54039F3C8}"/>
          </ac:spMkLst>
        </pc:spChg>
        <pc:spChg chg="add del mod">
          <ac:chgData name="MARCELO MARTINS DE OLIVEIRA" userId="717b8f22-68f5-4d48-8402-d7faf4615935" providerId="ADAL" clId="{3B3B9C81-3175-4581-B6CE-29BBE20DDEF4}" dt="2026-06-24T14:11:26.520" v="37"/>
          <ac:spMkLst>
            <pc:docMk/>
            <pc:sldMk cId="1583202668" sldId="256"/>
            <ac:spMk id="38" creationId="{16CCDA48-95B9-28A7-6DAD-EBF225F46D67}"/>
          </ac:spMkLst>
        </pc:spChg>
        <pc:cxnChg chg="add mod">
          <ac:chgData name="MARCELO MARTINS DE OLIVEIRA" userId="717b8f22-68f5-4d48-8402-d7faf4615935" providerId="ADAL" clId="{3B3B9C81-3175-4581-B6CE-29BBE20DDEF4}" dt="2026-06-24T13:49:51.574" v="15" actId="14100"/>
          <ac:cxnSpMkLst>
            <pc:docMk/>
            <pc:sldMk cId="1583202668" sldId="256"/>
            <ac:cxnSpMk id="18" creationId="{E3A7B002-0DBA-80FB-13E8-7787CF55C5A7}"/>
          </ac:cxnSpMkLst>
        </pc:cxnChg>
        <pc:cxnChg chg="add mod">
          <ac:chgData name="MARCELO MARTINS DE OLIVEIRA" userId="717b8f22-68f5-4d48-8402-d7faf4615935" providerId="ADAL" clId="{3B3B9C81-3175-4581-B6CE-29BBE20DDEF4}" dt="2026-06-24T13:52:38.402" v="17" actId="1076"/>
          <ac:cxnSpMkLst>
            <pc:docMk/>
            <pc:sldMk cId="1583202668" sldId="256"/>
            <ac:cxnSpMk id="20" creationId="{D6BBB6FE-0CE6-1EE7-D1BD-D5FE7E3BDECA}"/>
          </ac:cxnSpMkLst>
        </pc:cxnChg>
        <pc:cxnChg chg="add mod">
          <ac:chgData name="MARCELO MARTINS DE OLIVEIRA" userId="717b8f22-68f5-4d48-8402-d7faf4615935" providerId="ADAL" clId="{3B3B9C81-3175-4581-B6CE-29BBE20DDEF4}" dt="2026-06-24T13:52:42.273" v="18" actId="14100"/>
          <ac:cxnSpMkLst>
            <pc:docMk/>
            <pc:sldMk cId="1583202668" sldId="256"/>
            <ac:cxnSpMk id="25" creationId="{FE572A8E-17D6-290A-1A87-5801EDA0C8E2}"/>
          </ac:cxnSpMkLst>
        </pc:cxnChg>
        <pc:cxnChg chg="add mod">
          <ac:chgData name="MARCELO MARTINS DE OLIVEIRA" userId="717b8f22-68f5-4d48-8402-d7faf4615935" providerId="ADAL" clId="{3B3B9C81-3175-4581-B6CE-29BBE20DDEF4}" dt="2026-06-24T13:53:20.323" v="23" actId="14100"/>
          <ac:cxnSpMkLst>
            <pc:docMk/>
            <pc:sldMk cId="1583202668" sldId="256"/>
            <ac:cxnSpMk id="31" creationId="{472998AD-9DBB-5E69-E968-D67447C02692}"/>
          </ac:cxnSpMkLst>
        </pc:cxnChg>
        <pc:cxnChg chg="add mod">
          <ac:chgData name="MARCELO MARTINS DE OLIVEIRA" userId="717b8f22-68f5-4d48-8402-d7faf4615935" providerId="ADAL" clId="{3B3B9C81-3175-4581-B6CE-29BBE20DDEF4}" dt="2026-06-24T13:56:06.123" v="28" actId="14100"/>
          <ac:cxnSpMkLst>
            <pc:docMk/>
            <pc:sldMk cId="1583202668" sldId="256"/>
            <ac:cxnSpMk id="35" creationId="{630C8407-66BF-3A83-AD31-F03A136E6CBD}"/>
          </ac:cxnSpMkLst>
        </pc:cxnChg>
        <pc:cxnChg chg="add mod">
          <ac:chgData name="MARCELO MARTINS DE OLIVEIRA" userId="717b8f22-68f5-4d48-8402-d7faf4615935" providerId="ADAL" clId="{3B3B9C81-3175-4581-B6CE-29BBE20DDEF4}" dt="2026-06-24T14:11:25.922" v="35" actId="14100"/>
          <ac:cxnSpMkLst>
            <pc:docMk/>
            <pc:sldMk cId="1583202668" sldId="256"/>
            <ac:cxnSpMk id="39" creationId="{3AEFF1A4-CCCF-AEF9-FCC6-020D6FEC4B7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A886C-93E3-043D-A417-0FB95385D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3EB0D1-38B1-3BE3-3CFD-A62A6994A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FFE0C1-5812-DE7B-CB0B-6C98DE8B5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A81C58-25A8-1BF5-45C9-2E269EFEF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347663-CAE2-391E-25B1-ED1F8904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8994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085FFA-AD41-8A5B-258C-D56391B8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592C0A-E012-5846-3434-5EF63DB59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4BDFED-36FC-240C-9193-372EED4F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B2578F-4DA5-3774-945D-B781C100B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5A7C59-9F4C-50B9-1221-91C4038D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43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88402-F6AB-ADEC-52AF-88D987883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BF3AD6-C1F0-5E38-13F3-2BD96DF98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6374CB-4359-372B-343A-E257404DD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130369-E105-90D4-0A61-2ABBCC2A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BCA75E-1140-34A8-54EC-2B5097E5D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447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3C8E2-9B72-B30D-9626-569B6753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5843BF-0F4C-43C9-72A8-A19572E34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EA17E99-FB4E-4194-7CDB-DB05DFFEC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4E66AF-EB34-33CA-E765-A4563CCD2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516B1E-3917-5881-68F9-E371580A8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173BDC-3203-2AEC-1804-67FD8427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90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C9FFC-B12C-1546-C6FE-EBC2F148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E13878-1428-D16E-1387-84C900B18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4D4450-3776-7E8E-6FDA-FDB2D19CB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2396FF3-9DB0-382E-5E9E-BFD78CA38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3B2AA5B-E880-F74A-6C20-46C470FF2F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1C0476-3D5D-2110-FB97-05F95000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DE6EB4-E415-8179-3710-987C1DD66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72B4C84-C0D5-F6C1-E10C-826BF2045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552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813B1-8492-B67A-9536-F343503C4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3FA0B4A-72B1-309C-4E76-8125B5FE2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B3043CE-45D9-2538-39F6-17BB4804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5A3EB74-7447-7076-6901-DC9798EFE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4561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2AD4F25-8DC3-308D-FF9D-A7C294886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2D8EE5E-0325-2F22-CE7F-9132220F3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B3F584-BFA4-2B63-5839-92646E95E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170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8EF6D-A25D-24E6-21D0-739AE99E7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0669A7-025F-5AEB-9A8E-B54E6E2DA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E05105-AA85-D761-45A4-697E692CE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4824E3-E2B7-C1B5-996A-4CB4D8B9E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F8AA56-94B4-4D57-559A-72897E4F8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050F2D-3073-8CDF-B334-635DD0C7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53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21A3C-8767-3DE0-2B6F-2756EBDD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C7B24D-D7E3-A4D4-1FC0-A278870660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AFEC1F-99F1-6A82-E16E-9CC95D6C6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60E74D-601C-732A-E8CD-9AC940445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7AA325-38C6-9CFE-B976-63C0E299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6D9453-2EB7-7C3D-2F4C-C1552603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73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1D209-A411-B5E0-8375-F5636DD8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CFA974-27F1-B8D6-8BBE-06EFBF6C3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5016C4-2C5C-D10A-CA2E-2F003A40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D08E2B-36C6-D802-22D3-1C36227A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B00150-DFB9-EBAE-AD62-784C0059C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3075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98C61B1-B5D1-BA6C-EE57-FE0314BE3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A164AFF-71C4-6788-19CB-ECC061D66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10F33D-D916-7028-F8F3-84001A772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AB1760-913F-9A83-022E-E7AE943F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72AE13-456D-CBBA-8707-C132C77F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2688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6242923-1708-8F30-84C4-2E42D4A98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3C579D-6DA7-A89D-E802-5D16A2372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C391E7-FA24-6FE1-0E15-DCE8BD780C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0DECAF-97FB-42AC-A87C-BD703CBF33EA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0A3B15-1C13-F91E-831C-A5D68CE79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91648B-6453-01B9-650E-9F8753B7C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79DF8-D1D4-4CED-94B9-7EDBC0D9E5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5720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F9E9120-F0DF-9276-AEC7-67770C075B92}"/>
              </a:ext>
            </a:extLst>
          </p:cNvPr>
          <p:cNvSpPr txBox="1"/>
          <p:nvPr/>
        </p:nvSpPr>
        <p:spPr>
          <a:xfrm>
            <a:off x="5157216" y="2990088"/>
            <a:ext cx="938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Venda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F748B3-340C-FAD6-300D-9DCC03EEB4A9}"/>
              </a:ext>
            </a:extLst>
          </p:cNvPr>
          <p:cNvSpPr txBox="1"/>
          <p:nvPr/>
        </p:nvSpPr>
        <p:spPr>
          <a:xfrm>
            <a:off x="2834640" y="4770120"/>
            <a:ext cx="141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Produto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5E32B85-35F8-2104-7062-6FB54039F3C8}"/>
              </a:ext>
            </a:extLst>
          </p:cNvPr>
          <p:cNvSpPr txBox="1"/>
          <p:nvPr/>
        </p:nvSpPr>
        <p:spPr>
          <a:xfrm>
            <a:off x="5257800" y="5830824"/>
            <a:ext cx="1237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Estoque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2C3096F-4C35-886D-3187-E5E199757A79}"/>
              </a:ext>
            </a:extLst>
          </p:cNvPr>
          <p:cNvSpPr txBox="1"/>
          <p:nvPr/>
        </p:nvSpPr>
        <p:spPr>
          <a:xfrm>
            <a:off x="3041904" y="1478280"/>
            <a:ext cx="996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Cliente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8572211-F870-10AD-5A6D-CAEE1900BC72}"/>
              </a:ext>
            </a:extLst>
          </p:cNvPr>
          <p:cNvSpPr txBox="1"/>
          <p:nvPr/>
        </p:nvSpPr>
        <p:spPr>
          <a:xfrm>
            <a:off x="7356350" y="1478280"/>
            <a:ext cx="1594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Funcionário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8454199-7A0F-6087-509F-129CD478458B}"/>
              </a:ext>
            </a:extLst>
          </p:cNvPr>
          <p:cNvSpPr txBox="1"/>
          <p:nvPr/>
        </p:nvSpPr>
        <p:spPr>
          <a:xfrm>
            <a:off x="8628888" y="3627120"/>
            <a:ext cx="1594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Pagamento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D0C4C27-7423-F270-5DFC-F6F76A425210}"/>
              </a:ext>
            </a:extLst>
          </p:cNvPr>
          <p:cNvSpPr txBox="1"/>
          <p:nvPr/>
        </p:nvSpPr>
        <p:spPr>
          <a:xfrm>
            <a:off x="8382002" y="4770120"/>
            <a:ext cx="184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Itens da Venda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E3A7B002-0DBA-80FB-13E8-7787CF55C5A7}"/>
              </a:ext>
            </a:extLst>
          </p:cNvPr>
          <p:cNvCxnSpPr>
            <a:cxnSpLocks/>
          </p:cNvCxnSpPr>
          <p:nvPr/>
        </p:nvCxnSpPr>
        <p:spPr>
          <a:xfrm flipH="1" flipV="1">
            <a:off x="3922776" y="1847612"/>
            <a:ext cx="1335024" cy="1206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D6BBB6FE-0CE6-1EE7-D1BD-D5FE7E3BDECA}"/>
              </a:ext>
            </a:extLst>
          </p:cNvPr>
          <p:cNvCxnSpPr>
            <a:cxnSpLocks/>
          </p:cNvCxnSpPr>
          <p:nvPr/>
        </p:nvCxnSpPr>
        <p:spPr>
          <a:xfrm flipV="1">
            <a:off x="5913118" y="1977152"/>
            <a:ext cx="1449326" cy="1206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FE572A8E-17D6-290A-1A87-5801EDA0C8E2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907024" y="3184791"/>
            <a:ext cx="2721864" cy="626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72998AD-9DBB-5E69-E968-D67447C02692}"/>
              </a:ext>
            </a:extLst>
          </p:cNvPr>
          <p:cNvCxnSpPr>
            <a:cxnSpLocks/>
          </p:cNvCxnSpPr>
          <p:nvPr/>
        </p:nvCxnSpPr>
        <p:spPr>
          <a:xfrm>
            <a:off x="5907024" y="3198769"/>
            <a:ext cx="2615184" cy="1571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630C8407-66BF-3A83-AD31-F03A136E6CBD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809999" y="4954786"/>
            <a:ext cx="45720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3AEFF1A4-CCCF-AEF9-FCC6-020D6FEC4B7D}"/>
              </a:ext>
            </a:extLst>
          </p:cNvPr>
          <p:cNvCxnSpPr>
            <a:cxnSpLocks/>
          </p:cNvCxnSpPr>
          <p:nvPr/>
        </p:nvCxnSpPr>
        <p:spPr>
          <a:xfrm flipH="1" flipV="1">
            <a:off x="3730752" y="5075444"/>
            <a:ext cx="1700784" cy="831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2026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MARTINS DE OLIVEIRA</dc:creator>
  <cp:lastModifiedBy>MARCELO MARTINS DE OLIVEIRA</cp:lastModifiedBy>
  <cp:revision>2</cp:revision>
  <dcterms:created xsi:type="dcterms:W3CDTF">2026-06-24T12:59:16Z</dcterms:created>
  <dcterms:modified xsi:type="dcterms:W3CDTF">2026-06-24T14:11:34Z</dcterms:modified>
</cp:coreProperties>
</file>